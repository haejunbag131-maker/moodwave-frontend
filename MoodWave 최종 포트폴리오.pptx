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eb0825158d4d96" /><Relationship Type="http://schemas.openxmlformats.org/officeDocument/2006/relationships/extended-properties" Target="/docProps/app.xml" Id="R8c75f7ddbf0243d0" /><Relationship Type="http://schemas.openxmlformats.org/officeDocument/2006/relationships/officeDocument" Target="/ppt/presentation.xml" Id="Re6ee34c1a54d48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52759778394649"/>
  </p:sldMasterIdLst>
  <p:notesMasterIdLst>
    <p:notesMasterId xmlns:r="http://schemas.openxmlformats.org/officeDocument/2006/relationships" r:id="Rc43834b43cc64fd2"/>
  </p:notesMasterIdLst>
  <p:sldIdLst>
    <p:sldId xmlns:r="http://schemas.openxmlformats.org/officeDocument/2006/relationships" id="256" r:id="R61857867f3674b56"/>
    <p:sldId xmlns:r="http://schemas.openxmlformats.org/officeDocument/2006/relationships" id="257" r:id="Rf03879a699c9494f"/>
    <p:sldId xmlns:r="http://schemas.openxmlformats.org/officeDocument/2006/relationships" id="258" r:id="Rea9ad016f4584fa1"/>
    <p:sldId xmlns:r="http://schemas.openxmlformats.org/officeDocument/2006/relationships" id="259" r:id="R8c5d9bfea47b4755"/>
    <p:sldId xmlns:r="http://schemas.openxmlformats.org/officeDocument/2006/relationships" id="260" r:id="R45f03cc1d9da4028"/>
    <p:sldId xmlns:r="http://schemas.openxmlformats.org/officeDocument/2006/relationships" id="261" r:id="Rc8e3e61e85d141f9"/>
    <p:sldId xmlns:r="http://schemas.openxmlformats.org/officeDocument/2006/relationships" id="262" r:id="R1449290e5e654e17"/>
    <p:sldId xmlns:r="http://schemas.openxmlformats.org/officeDocument/2006/relationships" id="263" r:id="Rbfa570f6fd1a4dab"/>
    <p:sldId xmlns:r="http://schemas.openxmlformats.org/officeDocument/2006/relationships" id="264" r:id="R3a18c618cf534441"/>
    <p:sldId xmlns:r="http://schemas.openxmlformats.org/officeDocument/2006/relationships" id="265" r:id="Re708b4ffd1e34695"/>
    <p:sldId xmlns:r="http://schemas.openxmlformats.org/officeDocument/2006/relationships" id="266" r:id="R6dc11a4d64174aae"/>
    <p:sldId xmlns:r="http://schemas.openxmlformats.org/officeDocument/2006/relationships" id="267" r:id="R5198ebd6e4084a2b"/>
    <p:sldId xmlns:r="http://schemas.openxmlformats.org/officeDocument/2006/relationships" id="268" r:id="R56d7f168fbc34313"/>
    <p:sldId xmlns:r="http://schemas.openxmlformats.org/officeDocument/2006/relationships" id="269" r:id="R1fda4565f40545ce"/>
    <p:sldId xmlns:r="http://schemas.openxmlformats.org/officeDocument/2006/relationships" id="270" r:id="R087512be77d84c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923f0d402e401c" /><Relationship Type="http://schemas.openxmlformats.org/officeDocument/2006/relationships/slideMaster" Target="/ppt/slideMasters/slideMaster1.xml" Id="R9852759778394649" /><Relationship Type="http://schemas.openxmlformats.org/officeDocument/2006/relationships/notesMaster" Target="/ppt/notesMasters/notesMaster1.xml" Id="Rc43834b43cc64fd2" /><Relationship Type="http://schemas.openxmlformats.org/officeDocument/2006/relationships/presProps" Target="/ppt/presProps.xml" Id="R6024766ad87440e9" /><Relationship Type="http://schemas.openxmlformats.org/officeDocument/2006/relationships/tableStyles" Target="/ppt/tableStyles.xml" Id="Rf2776f1bd428468c" /><Relationship Type="http://schemas.openxmlformats.org/officeDocument/2006/relationships/slide" Target="/ppt/slides/slide1.xml" Id="R61857867f3674b56" /><Relationship Type="http://schemas.openxmlformats.org/officeDocument/2006/relationships/slide" Target="/ppt/slides/slide2.xml" Id="Rf03879a699c9494f" /><Relationship Type="http://schemas.openxmlformats.org/officeDocument/2006/relationships/slide" Target="/ppt/slides/slide3.xml" Id="Rea9ad016f4584fa1" /><Relationship Type="http://schemas.openxmlformats.org/officeDocument/2006/relationships/slide" Target="/ppt/slides/slide4.xml" Id="R8c5d9bfea47b4755" /><Relationship Type="http://schemas.openxmlformats.org/officeDocument/2006/relationships/slide" Target="/ppt/slides/slide5.xml" Id="R45f03cc1d9da4028" /><Relationship Type="http://schemas.openxmlformats.org/officeDocument/2006/relationships/slide" Target="/ppt/slides/slide6.xml" Id="Rc8e3e61e85d141f9" /><Relationship Type="http://schemas.openxmlformats.org/officeDocument/2006/relationships/slide" Target="/ppt/slides/slide7.xml" Id="R1449290e5e654e17" /><Relationship Type="http://schemas.openxmlformats.org/officeDocument/2006/relationships/slide" Target="/ppt/slides/slide8.xml" Id="Rbfa570f6fd1a4dab" /><Relationship Type="http://schemas.openxmlformats.org/officeDocument/2006/relationships/slide" Target="/ppt/slides/slide9.xml" Id="R3a18c618cf534441" /><Relationship Type="http://schemas.openxmlformats.org/officeDocument/2006/relationships/slide" Target="/ppt/slides/slide10.xml" Id="Re708b4ffd1e34695" /><Relationship Type="http://schemas.openxmlformats.org/officeDocument/2006/relationships/slide" Target="/ppt/slides/slide11.xml" Id="R6dc11a4d64174aae" /><Relationship Type="http://schemas.openxmlformats.org/officeDocument/2006/relationships/slide" Target="/ppt/slides/slide12.xml" Id="R5198ebd6e4084a2b" /><Relationship Type="http://schemas.openxmlformats.org/officeDocument/2006/relationships/slide" Target="/ppt/slides/slide13.xml" Id="R56d7f168fbc34313" /><Relationship Type="http://schemas.openxmlformats.org/officeDocument/2006/relationships/slide" Target="/ppt/slides/slide14.xml" Id="R1fda4565f40545ce" /><Relationship Type="http://schemas.openxmlformats.org/officeDocument/2006/relationships/slide" Target="/ppt/slides/slide15.xml" Id="R087512be77d84c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98d9e81db64a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917f75adfb4322" /><Relationship Type="http://schemas.openxmlformats.org/officeDocument/2006/relationships/notesMaster" Target="/ppt/notesMasters/notesMaster1.xml" Id="R2d3ef4a8a7c64f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615f6315cc49bb" /><Relationship Type="http://schemas.openxmlformats.org/officeDocument/2006/relationships/notesMaster" Target="/ppt/notesMasters/notesMaster1.xml" Id="Red7ba547fbdf49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57b4fbc7154f6c" /><Relationship Type="http://schemas.openxmlformats.org/officeDocument/2006/relationships/notesMaster" Target="/ppt/notesMasters/notesMaster1.xml" Id="Rda7fdbc81ed94d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3553dc83174c2c" /><Relationship Type="http://schemas.openxmlformats.org/officeDocument/2006/relationships/notesMaster" Target="/ppt/notesMasters/notesMaster1.xml" Id="R6027714a2f734b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1451e368ff475c" /><Relationship Type="http://schemas.openxmlformats.org/officeDocument/2006/relationships/notesMaster" Target="/ppt/notesMasters/notesMaster1.xml" Id="R3a149b0582724a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df98b28e4a4a84" /><Relationship Type="http://schemas.openxmlformats.org/officeDocument/2006/relationships/notesMaster" Target="/ppt/notesMasters/notesMaster1.xml" Id="Rc7a0112f360c45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66b69e1692404b" /><Relationship Type="http://schemas.openxmlformats.org/officeDocument/2006/relationships/notesMaster" Target="/ppt/notesMasters/notesMaster1.xml" Id="R223d3e5f52fd44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e6bcc3c49d4272" /><Relationship Type="http://schemas.openxmlformats.org/officeDocument/2006/relationships/notesMaster" Target="/ppt/notesMasters/notesMaster1.xml" Id="R332322a9562146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38f910cf2f4934" /><Relationship Type="http://schemas.openxmlformats.org/officeDocument/2006/relationships/notesMaster" Target="/ppt/notesMasters/notesMaster1.xml" Id="Rcd22cba0438445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7b9609a2a24663" /><Relationship Type="http://schemas.openxmlformats.org/officeDocument/2006/relationships/notesMaster" Target="/ppt/notesMasters/notesMaster1.xml" Id="Re0133b92e9ad44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8eb6b130104d55" /><Relationship Type="http://schemas.openxmlformats.org/officeDocument/2006/relationships/notesMaster" Target="/ppt/notesMasters/notesMaster1.xml" Id="Rbfcc4e8085ae4c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3d36e790a54be7" /><Relationship Type="http://schemas.openxmlformats.org/officeDocument/2006/relationships/notesMaster" Target="/ppt/notesMasters/notesMaster1.xml" Id="Rba25438738ab45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270c9de0fe46e4" /><Relationship Type="http://schemas.openxmlformats.org/officeDocument/2006/relationships/notesMaster" Target="/ppt/notesMasters/notesMaster1.xml" Id="R971e010716c441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21a23332404c8d" /><Relationship Type="http://schemas.openxmlformats.org/officeDocument/2006/relationships/notesMaster" Target="/ppt/notesMasters/notesMaster1.xml" Id="R192e1367edc24e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57b8d175564bc9" /><Relationship Type="http://schemas.openxmlformats.org/officeDocument/2006/relationships/notesMaster" Target="/ppt/notesMasters/notesMaster1.xml" Id="R5a4a847b319a4d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3b929869c48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e92a38d8d649e2" /><Relationship Type="http://schemas.openxmlformats.org/officeDocument/2006/relationships/slideLayout" Target="/ppt/slideLayouts/slideLayout1.xml" Id="R6b8392800d554c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8392800d554c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3a030fe794230" /><Relationship Type="http://schemas.openxmlformats.org/officeDocument/2006/relationships/notesSlide" Target="/ppt/notesSlides/notesSlide1.xml" Id="R93714b00a4c54d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261b1df4e4a13" /><Relationship Type="http://schemas.openxmlformats.org/officeDocument/2006/relationships/image" Target="/ppt/media/image.png" Id="R6598590eaf98479a" /><Relationship Type="http://schemas.openxmlformats.org/officeDocument/2006/relationships/notesSlide" Target="/ppt/notesSlides/notesSlide2.xml" Id="R611338c02e354d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3651d2cd14848" /><Relationship Type="http://schemas.openxmlformats.org/officeDocument/2006/relationships/notesSlide" Target="/ppt/notesSlides/notesSlide3.xml" Id="Ra7c681e582c54e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1f64692c64bb5" /><Relationship Type="http://schemas.openxmlformats.org/officeDocument/2006/relationships/notesSlide" Target="/ppt/notesSlides/notesSlide4.xml" Id="Rfd6d87da2f6c46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45cea49e64d2a" /><Relationship Type="http://schemas.openxmlformats.org/officeDocument/2006/relationships/notesSlide" Target="/ppt/notesSlides/notesSlide5.xml" Id="R8e2ab371269d43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1d78c453845de" /><Relationship Type="http://schemas.openxmlformats.org/officeDocument/2006/relationships/notesSlide" Target="/ppt/notesSlides/notesSlide6.xml" Id="R1b4823ad7f3f4d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afae754fc4945" /><Relationship Type="http://schemas.openxmlformats.org/officeDocument/2006/relationships/notesSlide" Target="/ppt/notesSlides/notesSlide7.xml" Id="R28d6cc4fe53147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04b214da2478d" /><Relationship Type="http://schemas.openxmlformats.org/officeDocument/2006/relationships/notesSlide" Target="/ppt/notesSlides/notesSlide8.xml" Id="Rb659358e2e8f4b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9f3673aa84b32" /><Relationship Type="http://schemas.openxmlformats.org/officeDocument/2006/relationships/notesSlide" Target="/ppt/notesSlides/notesSlide9.xml" Id="Rc9192bd1979248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13c2eeaa04bc3" /><Relationship Type="http://schemas.openxmlformats.org/officeDocument/2006/relationships/notesSlide" Target="/ppt/notesSlides/notesSlide10.xml" Id="Rcf170e88f85447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5a37604334d3c" /><Relationship Type="http://schemas.openxmlformats.org/officeDocument/2006/relationships/notesSlide" Target="/ppt/notesSlides/notesSlide11.xml" Id="R21d01f49911f46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e3dcbe65448ce" /><Relationship Type="http://schemas.openxmlformats.org/officeDocument/2006/relationships/notesSlide" Target="/ppt/notesSlides/notesSlide12.xml" Id="R4e68293a2cc248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9975bbf48464d" /><Relationship Type="http://schemas.openxmlformats.org/officeDocument/2006/relationships/notesSlide" Target="/ppt/notesSlides/notesSlide13.xml" Id="Raad4226bf8b54a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1910ec57546a6" /><Relationship Type="http://schemas.openxmlformats.org/officeDocument/2006/relationships/notesSlide" Target="/ppt/notesSlides/notesSlide14.xml" Id="R959b5561276646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4b6b7edac4493" /><Relationship Type="http://schemas.openxmlformats.org/officeDocument/2006/relationships/notesSlide" Target="/ppt/notesSlides/notesSlide15.xml" Id="R34090a99e80748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E6322-3081-480F-AF8C-32A4FA4E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01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D4FC0-46A0-4B58-B9EA-8B32ED85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49" y="400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02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11F17-3AE5-4D6A-A8F4-1633C9C6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0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03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75146-3501-45EC-B520-0D4E61F5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04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AF694-699F-444B-BBF9-D7CB0296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49" y="10858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MoodWave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3652A-360D-4D98-8B1E-BA961C32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49" y="1695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F2937"/>
                </a:solidFill>
                <a:latin typeface="Arial"/>
                <a:ea typeface="Arial"/>
                <a:cs typeface="Arial"/>
              </a:rPr>
              <a:t>AI 기반 개인화 음악 추천 플랫폼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C1B3C-59CD-4D94-A2E7-AFB28F34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99" y="22193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777777"/>
                </a:solidFill>
                <a:latin typeface="Arial"/>
                <a:ea typeface="Arial"/>
                <a:cs typeface="Arial"/>
              </a:rPr>
              <a:t>박해준 | Frontend / Backend Developer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4A4E0-2336-4176-8EB9-864FCE44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99" y="2724150"/>
            <a:ext cx="6362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20AC5-505C-4609-9975-2CA081B5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99" y="299085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Spotify 로그인 → 음악 탐색 → 상황 기반 추천 → 재생·플레이리스트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C9EE6-B62C-47A4-9A74-41FB491D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99" y="3429000"/>
            <a:ext cx="8524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777777"/>
                </a:solidFill>
                <a:latin typeface="Arial"/>
                <a:ea typeface="Arial"/>
                <a:cs typeface="Arial"/>
              </a:rPr>
              <a:t>Spotify, OpenAI, OpenWeather를 연결해 감정·날씨·최근 감상 이력에 맞는 음악을 추천하는 서비스입니다.</a:t>
            </a:r>
          </a:p>
          <a:p xmlns:a="http://schemas.openxmlformats.org/drawingml/2006/main">
            <a:pPr>
              <a:buNone/>
              <a:defRPr sz="127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777777"/>
                </a:solidFill>
                <a:latin typeface="Arial"/>
                <a:ea typeface="Arial"/>
                <a:cs typeface="Arial"/>
              </a:rPr>
              <a:t>저는 공통 UI와 라우팅, Spotify OAuth·Web Playback SDK 플레이어, 검색·플레이리스트·감정 추천을 구현했습니다.</a:t>
            </a:r>
          </a:p>
          <a:p xmlns:a="http://schemas.openxmlformats.org/drawingml/2006/main">
            <a:pPr>
              <a:buNone/>
              <a:defRPr sz="127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777777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t>후속으로 요청 취소·캐싱·SDK 지연 로딩·이미지 최적화와 날씨·취향 AI 추천 API를 고도화했습니다.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0879F-210F-4A26-8423-CBF3C7F3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99" y="5619752"/>
            <a:ext cx="20955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1D37D-96F8-4D55-B58A-606871BF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99" y="5743577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96.4%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BE602-D328-4026-B557-96B2FF45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99" y="6086477"/>
            <a:ext cx="1790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777777"/>
                </a:solidFill>
                <a:latin typeface="Arial"/>
                <a:ea typeface="Arial"/>
                <a:cs typeface="Arial"/>
              </a:rPr>
              <a:t>날씨 이미지 용량 감소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3265A6-81C9-4F8E-8B9E-30C310DA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990600"/>
            <a:ext cx="6248398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912CBC-A30B-4A2A-B089-91485239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19752"/>
            <a:ext cx="23812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453A5F-A6FA-4861-9F8B-BA8A65D8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43577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51 → 79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D30991-6CBF-43D9-B37C-84E39B89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86477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777777"/>
                </a:solidFill>
                <a:latin typeface="Arial"/>
                <a:ea typeface="Arial"/>
                <a:cs typeface="Arial"/>
              </a:rPr>
              <a:t>Lighthouse Performance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EF8975-2C07-4D49-859D-D8D7C6AA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619752"/>
            <a:ext cx="2190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3AF11F-C477-42E5-9D27-0C9EE23E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743577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6.2 → 3.7 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89137C-B815-45E4-B5B9-7324185A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086477"/>
            <a:ext cx="1885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777777"/>
                </a:solidFill>
                <a:latin typeface="Arial"/>
                <a:ea typeface="Arial"/>
                <a:cs typeface="Arial"/>
              </a:rPr>
              <a:t>LCP 개선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8B941D-4655-4E99-8B11-51ABF4BE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619752"/>
            <a:ext cx="2190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6856A1-C5E4-4213-AE1D-91F70D35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743577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DCE342-5474-4C5A-8A05-8DDB8B3C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6086477"/>
            <a:ext cx="1885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777777"/>
                </a:solidFill>
                <a:latin typeface="Arial"/>
                <a:ea typeface="Arial"/>
                <a:cs typeface="Arial"/>
              </a:rPr>
              <a:t>Accessibility /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2075637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2B5298-88F4-4D13-BD4E-B99FB58B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4" y="400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02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811F3-054E-468B-9BCA-D1D1B2F9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0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03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97568-1395-4CD9-8375-F93B31CF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04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DB44D-C20B-43B3-91AC-A50F4AD9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906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 기반 개인화 음악 추천 플랫폼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B3B83-93D8-43CD-82F4-42D897F4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77777"/>
                </a:solidFill>
                <a:latin typeface="Arial"/>
                <a:ea typeface="Arial"/>
                <a:cs typeface="Arial"/>
              </a:rPr>
              <a:t>기간: 2026.05.26 - 2026.06.04 / 인원: 4명 / 역할: Frontend · 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7657C-33D5-4A6D-A3FA-24381559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프로젝트 소개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9B6AA-7BAA-4187-8DA8-714E8847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MoodWave는 Spotify 음악 탐색과 재생을 중심으로 감정, 현재 날씨, 최근 감상 이력을 분석해 상황에 맞는 음악을 추천하는 웹 서비스입니다.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3FF42-34EE-489B-98CF-24DC80EE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문제 정의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5F543-1800-444E-9267-63D0DD7A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인기 순위와 장르 중심 추천만으로는 사용자가 음악을 듣는 순간의 감정과 날씨를 반영하기 어렵습니다. 실제 재생 가능한 곡과 사용자의 현재 맥락을 연결했습니다.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12B25-FE04-4B33-A7C1-0638AC2E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사용한 기술 스택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4927D-35DE-4B82-A010-2D3E1871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6343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Frontend: HTML, CSS, JavaScript, Vite, Chart.js</a:t>
            </a:r>
          </a:p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Backend: Java 17, Spring Boot, Security, MyBatis</a:t>
            </a:r>
          </a:p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API: Spotify Web API, OpenAI Responses API, OpenWeather</a:t>
            </a:r>
          </a:p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Deploy: Vercel, Railway, Railway MySQL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FA563-B34D-4E95-A81F-BAA3EB5F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669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5B894-EEDB-47DE-AB18-3C5CF606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47675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98590eaf9847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800978" y="2209555"/>
            <a:ext cx="4209794" cy="278154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4E7E7C-FFF2-4333-837B-0AFCD8A4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0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01 OVERVIEW</a:t>
            </a:r>
          </a:p>
        </p:txBody>
      </p:sp>
    </p:spTree>
    <p:extLst>
      <p:ext uri="{BB962C8B-B14F-4D97-AF65-F5344CB8AC3E}">
        <p14:creationId xmlns:p14="http://schemas.microsoft.com/office/powerpoint/2010/main" val="343013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BE82C9-FBCE-4ED9-8BE2-9B0797A1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01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D68C7-A6FC-4577-BBF6-257E4A01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02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BCFDC-67F3-439F-9150-1268C7EA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03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2B131-B727-48BC-8AB4-0270FA76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04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39CA7-24DF-43B0-A867-704EDF27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906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사용자 흐름과 담당 구현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E62DC-0FC0-4B78-81C9-C46C215F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77777"/>
                </a:solidFill>
                <a:latin typeface="Arial"/>
                <a:ea typeface="Arial"/>
                <a:cs typeface="Arial"/>
              </a:rPr>
              <a:t>음악을 찾는 순간부터 추천 곡을 재생하고 저장하는 과정까지 하나의 흐름으로 연결했습니다.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E0D03-1BD3-49B2-8CA1-7E6F4444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2192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8C7DB-7F86-4287-BDC3-2D83F122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28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640C8-FFC0-43D6-AE52-646FB401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050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Spotify 로그인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0A7A7-A097-4739-B5DD-35569CCD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66975"/>
            <a:ext cx="4381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4F897-57CC-4DCF-A7FF-D75A340F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95500"/>
            <a:ext cx="12192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66F99-DC24-45CF-9173-31418709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28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96C19-1E81-4150-823D-E42E44B8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음악 탐색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B3198-AEE1-4173-8782-6687D907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66975"/>
            <a:ext cx="4381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E6F0D-6311-4C6E-8DEB-9E4ED2CA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12192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01B0B-C039-4C58-B6BE-6F518832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28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17F04-40BD-4882-8E52-868EAF90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050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곡 재생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B6A6E9-9E9A-4D5E-93BF-37EB65FC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66975"/>
            <a:ext cx="4381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6CD175-0793-462C-BCA6-5D17F61E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12192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EA5E8-412A-45AC-BDDA-54F5D2E0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28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1CAEB9-6536-4D18-A09B-D2B948D6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050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좋아요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5B2231-666B-452C-BC52-449379E5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66975"/>
            <a:ext cx="4381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9289EF-81C1-43C5-8489-4AA05956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12192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54F9D2-541B-4002-A878-B3505109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8DBE66-6CA9-4EC1-BC7B-AAC4065E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050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 추천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8181D0-4473-490A-8D3D-0E97298D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66975"/>
            <a:ext cx="4381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32FFFF-EFF9-480C-82E2-D2989945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95500"/>
            <a:ext cx="12192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E0CD3E-8D0F-4199-9845-410288F3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28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EF0047-AE00-4AE7-BDEB-45FCFBDD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050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연속 감상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BF5E12-1508-47CF-9797-3BC588F6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33337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FC865A-62EF-48A9-94B7-70B01F2F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인증 / 라우팅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311F31-981F-41AD-A682-388276D7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Spring Security OAuth2와 session cookie 기반 로그인을 연결했습니다.</a:t>
            </a:r>
          </a:p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hash 라우팅 전에 사용자 상태를 확인하고 보호 페이지 접근을 제어했습니다.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E219A2-8DC1-4AA0-B55F-961496FC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33337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538054-6EFA-417B-9593-356B1594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290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탐색 / 재생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3AB767-1C30-4733-BB6C-F21988C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9095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홈·검색·Popular·Latest를 Spotify 데이터와 연결했습니다. Web Playback SDK로 재생, 탐색, 음량, 셔플, 반복, 대기열을 구현했습니다.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142422-7730-4C55-A030-F5E90896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57550"/>
            <a:ext cx="33337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F0F303-6255-4578-BA26-D6B41176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290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추천 / 차트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B07157-2B99-4B09-8AEE-FF430092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9095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감정 문장, 현재 날씨, 최근 재생 곡을 분석해 추천합니다.</a:t>
            </a:r>
          </a:p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장르·날씨 취향은 Chart.js로 시각화하고 최대 100곡을 제공합니다.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5805D1-6EC2-4F1D-8F44-2AFDFF05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816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핵심 구현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2B87FA-6D81-4066-B175-41CE0FC7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435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공통 레이아웃과 라우터, Spotify OAuth·Player, 검색, 좋아요, 플레이리스트, 감정 추천, 무한 스크롤 곡 테이블을 구현했습니다.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99E64A-A463-4523-B896-ACC29DDB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81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구조 개선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63B67D-3EDB-4881-BABF-68B5E1DC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5435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페이지 init 함수가 cleanup을 반환하도록 통일했습니다. 이벤트 해제, fetch abort, observer disconnect, Chart destroy를 라우트 생명주기에 연결했습니다.</a:t>
            </a:r>
          </a:p>
        </p:txBody>
      </p:sp>
    </p:spTree>
    <p:extLst>
      <p:ext uri="{BB962C8B-B14F-4D97-AF65-F5344CB8AC3E}">
        <p14:creationId xmlns:p14="http://schemas.microsoft.com/office/powerpoint/2010/main" val="7860363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25101-4F08-413B-8E98-968A2251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01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39513-F90B-4093-9F7A-A41992E8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02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5AEBA-F57C-4F37-A59B-39EB9A91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03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3C26C-7A04-4980-9A35-8F5319C7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04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C31EA-E545-443F-94D9-384FE2FA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906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기술 선택과 설계 판단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A30E0-4355-48B9-A100-BFF3A766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000"/>
                </a:solidFill>
                <a:latin typeface="Arial"/>
                <a:ea typeface="Arial"/>
                <a:cs typeface="Arial"/>
              </a:rPr>
              <a:t>Vanilla JavaScript와 Vite</a:t>
            </a:r>
          </a:p>
          <a:p xmlns:a="http://schemas.openxmlformats.org/drawingml/2006/main">
            <a:pPr>
              <a:buNone/>
              <a:defRPr sz="11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>
              <a:buNone/>
              <a:defRPr sz="11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77777"/>
                </a:solidFill>
                <a:latin typeface="Arial"/>
                <a:ea typeface="Arial"/>
                <a:cs typeface="Arial"/>
              </a:rPr>
              <a:t>10일 일정과 학습 목표를 고려해 프레임워크 없이 UI와 상태 흐름을 직접 구현했습니다. Vite로 ES Module, 환경변수, 로컬 proxy, production build를 구성했습니다.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76380-4B62-48E3-BF43-466CF531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49" y="3257550"/>
            <a:ext cx="4762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64ABF-9D20-4B83-9DD6-8A3CDD3B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9" y="34290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페이지 init / cleanup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10FE6-94E5-4F05-A18F-C15C4617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9" y="3790950"/>
            <a:ext cx="4343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Main 영역만 교체하는 구조에서 재진입 시 작업이 누적되지 않도록 init 함수가 cleanup을 반환하게 했습니다. 이벤트·observer·요청·차트를 함께 정리합니다.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FF010-6286-4633-9538-2D0B524F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49" y="4972050"/>
            <a:ext cx="4762500" cy="14668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1FD21-40CF-4F9E-94A9-5CCB859F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9" y="51435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공통 곡 테이블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30DAE-33A7-43EB-A347-8802A687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9" y="55054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Popular, Latest, Liked, AI 추천의 목록 동작을 통합했습니다. IntersectionObserver로 다음 페이지를 미리 요청하고 TOP 버튼을 공통 제공했습니다.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3B723-B025-4296-97FE-2FC2600F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4762500" cy="1428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3E5DC-C830-45F2-B780-C5FB1336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동일 출처 API 프록시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43F2D-7DC6-411E-9FA3-22B57A8D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909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브라우저는 상대 경로만 사용하고 로컬은 Vite proxy, 배포는 Vercel rewrites가 Railway로 전달합니다. OAuth와 session cookie 흐름을 통일했습니다.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B03AC-4E1B-43D3-8C83-A93321E8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72050"/>
            <a:ext cx="4762500" cy="14668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57A8C2-648D-435F-8187-7D1847E6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AI 분석 / Spotify 검색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94F33-CA0F-456A-B379-B99C6030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05450"/>
            <a:ext cx="4552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OpenAI는 사용자 맥락과 검색 키워드를 JSON Schema로 생성하고, 실제 재생 가능한 곡은 Spotify에서 조회합니다. 실패 시 규칙 기반 fallback을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4212672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FAD0D-17AD-4AAA-9EB1-4B2BD544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01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88399-74CB-4A37-9FEB-35911606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02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A264C-0A4F-4EE7-BB09-4D0A89FB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03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66CCC-FD35-485A-B5F0-D43366C1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04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98D9C-868A-4DC6-9D92-A4ACF475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906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핵심 기능 구현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4E3F3-D5DF-4D6B-8721-3BFB58D2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77777"/>
                </a:solidFill>
                <a:latin typeface="Arial"/>
                <a:ea typeface="Arial"/>
                <a:cs typeface="Arial"/>
              </a:rPr>
              <a:t>탐색, 재생, 추천, 저장을 같은 사용자 경험으로 연결했습니다.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F6C1D-692B-410F-92C1-F689F67C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Spotify 로그인과 플레이어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339B8-8FB9-450E-A548-B93CA246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OAuth 로그인 후 Web Playback SDK로 재생·일시정지, 이전·다음 곡, 진행바, 음량, 셔플, 반복, 대기열, 기기 조회를 구현했습니다.</a:t>
            </a:r>
          </a:p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Spotify ID가 없으면 제목과 아티스트로 검색해 재생 URI를 찾습니다.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1282E-BCB8-4ACA-8775-EC165E51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감정 기반 AI 추천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DACA5-D042-4E45-A471-E9166EAD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사용자의 감정 문장을 AI가 분석해 감정 라벨, 추천 이유, 키워드와 Spotify 추천 곡을 제공합니다. 재요청 시 이전 요청은 AbortController로 취소합니다.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01A5A-1BCD-42E1-8DE9-45DC4687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499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날씨·취향 기반 추천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FCD88-E3C4-4662-B0C5-ADCB1DF6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현재 날씨와 Spotify 최근 재생 곡을 분석합니다. 대표 장르와 분위기에 맞는 검색어로 최대 100곡을 수집하고 공통 무한 스크롤 목록에 제공합니다.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9A572-BF70-4D0E-96B8-571A2559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14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플레이리스트와 차트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9DA00-9263-42BB-B604-256A4CA1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767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localStorage 기반 플레이리스트 생성·수정·삭제와 곡 관리를 구현했습니다. 장르·날씨 취향은 Chart.js로 시각화하고 페이지 진입 시에만 로드합니다.</a:t>
            </a:r>
          </a:p>
        </p:txBody>
      </p:sp>
    </p:spTree>
    <p:extLst>
      <p:ext uri="{BB962C8B-B14F-4D97-AF65-F5344CB8AC3E}">
        <p14:creationId xmlns:p14="http://schemas.microsoft.com/office/powerpoint/2010/main" val="7524828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FAD0D-17AD-4AAA-9EB1-4B2BD544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01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88399-74CB-4A37-9FEB-35911606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02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A264C-0A4F-4EE7-BB09-4D0A89FB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03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66CCC-FD35-485A-B5F0-D43366C1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04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98D9C-868A-4DC6-9D92-A4ACF475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906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Spotify Web Playback SDK Player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4E3F3-D5DF-4D6B-8721-3BFB58D2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77777"/>
                </a:solidFill>
                <a:latin typeface="Arial"/>
                <a:ea typeface="Arial"/>
                <a:cs typeface="Arial"/>
              </a:rPr>
              <a:t>인증, 재생 제어, 상태 동기화, 검색 fallback을 하나의 Footer Player 흐름으로 연결했습니다.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F6C1D-692B-410F-92C1-F689F67C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인증과 SDK 준비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339B8-8FB9-450E-A548-B93CA246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백엔드에서 Spotify access token을 받아 Web Playback SDK를 동적으로 로드합니다. token과 player 초기화 Promise를 공유해 중복 요청과 중복 player 생성을 방지했습니다.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1282E-BCB8-4ACA-8775-EC165E51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재생 제어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DACA5-D042-4E45-A471-E9166EAD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재생·일시정지, 이전·다음, seek, 음량·음소거, 셔플·반복, 대기열, 기기 선택, 전체 화면을 Spotify API와 SDK에 연결했습니다.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01A5A-1BCD-42E1-8DE9-45DC4687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499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Player state 동기화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FCD88-E3C4-4662-B0C5-ADCB1DF6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player_state_changed 이벤트와 보정 타이머로 제목, 커버, 재생 시간, 진행바를 갱신했습니다. 401이면 token을 한 번 재발급해 요청을 재시도합니다.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9A572-BF70-4D0E-96B8-571A2559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14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트랙 검색 fallback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9DA00-9263-42BB-B604-256A4CA1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767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곡 데이터에 Spotify ID가 없으면 제목과 아티스트로 검색해 URI를 찾습니다. 검색 결과는 Map에 저장해 같은 곡의 반복 API 요청을 줄였습니다.</a:t>
            </a:r>
          </a:p>
        </p:txBody>
      </p:sp>
    </p:spTree>
    <p:extLst>
      <p:ext uri="{BB962C8B-B14F-4D97-AF65-F5344CB8AC3E}">
        <p14:creationId xmlns:p14="http://schemas.microsoft.com/office/powerpoint/2010/main" val="752482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25101-4F08-413B-8E98-968A2251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01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39513-F90B-4093-9F7A-A41992E8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02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5AEBA-F57C-4F37-A59B-39EB9A91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03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3C26C-7A04-4980-9A35-8F5319C7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04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C31EA-E545-443F-94D9-384FE2FA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906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 추천 파이프라인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A30E0-4355-48B9-A100-BFF3A766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000"/>
                </a:solidFill>
                <a:latin typeface="Arial"/>
                <a:ea typeface="Arial"/>
                <a:cs typeface="Arial"/>
              </a:rPr>
              <a:t>OpenAI + Spotify</a:t>
            </a:r>
          </a:p>
          <a:p xmlns:a="http://schemas.openxmlformats.org/drawingml/2006/main">
            <a:pPr>
              <a:buNone/>
              <a:defRPr sz="11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>
              <a:buNone/>
              <a:defRPr sz="11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77777"/>
                </a:solidFill>
                <a:latin typeface="Arial"/>
                <a:ea typeface="Arial"/>
                <a:cs typeface="Arial"/>
              </a:rPr>
              <a:t>AI는 사용자 맥락을 구조화하고 Spotify 검색 키워드를 생성합니다. 실제 재생 가능한 곡은 Spotify에서 조회하며 JSON Schema, 후처리, fallback으로 결과를 안정화했습니다.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76380-4B62-48E3-BF43-466CF531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49" y="3257550"/>
            <a:ext cx="4762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64ABF-9D20-4B83-9DD6-8A3CDD3B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9" y="34290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감정 추천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10FE6-94E5-4F05-A18F-C15C4617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9" y="3790950"/>
            <a:ext cx="4343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입력 문장을 감정 라벨, 추천 이유, 키워드로 분석합니다. 결과 텍스트는 escapeHTML 처리하고, 연속 요청에서는 이전 fetch를 취소합니다.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FF010-6286-4633-9538-2D0B524F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49" y="4972050"/>
            <a:ext cx="4762500" cy="14668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1FD21-40CF-4F9E-94A9-5CCB859F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9" y="51435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날씨 추천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30DAE-33A7-43EB-A347-8802A687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9" y="55054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현재 날씨를 Sunny·Rainy·Foggy 등으로 정규화하고 날씨 분위기에 맞는 AI 검색어와 기본 프로필 검색어를 병합합니다.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3B723-B025-4296-97FE-2FC2600F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4762500" cy="1428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3E5DC-C830-45F2-B780-C5FB1336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취향 추천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43F2D-7DC6-411E-9FA3-22B57A8D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909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Spotify 최근 재생 곡을 분석해 대표 장르와 장르·날씨 분포를 생성합니다. 대표 장르에 맞는 검색어로 추천 곡을 수집합니다.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B03AC-4E1B-43D3-8C83-A93321E8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72050"/>
            <a:ext cx="4762500" cy="14668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57A8C2-648D-435F-8187-7D1847E6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100곡 추천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94F33-CA0F-456A-B379-B99C6030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05450"/>
            <a:ext cx="4552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키워드별 Spotify 검색 결과를 중복 제거하고 특정 아티스트를 최대 3곡으로 제한합니다. 최대 100곡을 page·limit 기준으로 분할 응답합니다.</a:t>
            </a:r>
          </a:p>
        </p:txBody>
      </p:sp>
    </p:spTree>
    <p:extLst>
      <p:ext uri="{BB962C8B-B14F-4D97-AF65-F5344CB8AC3E}">
        <p14:creationId xmlns:p14="http://schemas.microsoft.com/office/powerpoint/2010/main" val="421267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CC9F96-300D-4A2D-8965-74CC3364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01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2C267-C028-47AE-88FC-C977BBCA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02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B995E-B08B-45F5-BFBA-65E0769D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03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D2782-A9BF-442B-B743-C5209029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04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89274-94DB-42FE-A266-C367FCF1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906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Troubleshooting 1. 홈 LCP와 이미지 최적화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EA41C-E1BE-4883-A745-3AE5243D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77777"/>
                </a:solidFill>
                <a:latin typeface="Arial"/>
                <a:ea typeface="Arial"/>
                <a:cs typeface="Arial"/>
              </a:rPr>
              <a:t>측정 → LCP 후보 확인 → 이미지 우선순위·크기 조정 → 배포 환경 재측정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39F48-C403-404B-9A01-989A5085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문제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73E1F-7419-48FE-B0A8-859DF349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날씨 JPG 6개가 14.76 MiB였고, 홈 첫 화면 Popular 이미지에도 lazy loading이 적용돼 LCP 요청이 늦게 시작됐습니다.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A4742-D1CD-40A6-A53B-F47D25F4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해결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6CF71-59AE-4ACE-9D24-4BA8F012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날씨 이미지를 WebP로 변환하고 원본 JPG를 제거했습니다. 첫 화면 이미지는 eager·fetchpriority=high, 하단 이미지는 lazy로 분리하고 Spotify 640px 커버를 300px로 변경했습니다.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BE5A9-BA2E-4597-B9E4-FD41EF7A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23812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6D62D-4F3F-46CD-96EB-9E8E8CE6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14.76 → 0.53 MiB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54E0E-9A0F-488B-AFD2-94517457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812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777777"/>
                </a:solidFill>
                <a:latin typeface="Arial"/>
                <a:ea typeface="Arial"/>
                <a:cs typeface="Arial"/>
              </a:rPr>
              <a:t>날씨 이미지 6개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77F17-69A8-4B2E-8A42-7A066D31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14550"/>
            <a:ext cx="23812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8E68B-B361-4C6D-8282-2CAE58FF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383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6.2 → 3.7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562C3-8895-4589-9155-5600DF15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812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777777"/>
                </a:solidFill>
                <a:latin typeface="Arial"/>
                <a:ea typeface="Arial"/>
                <a:cs typeface="Arial"/>
              </a:rPr>
              <a:t>LCP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B925F2-E341-4F90-832B-0D9D3161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23812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6FD40-EC61-47B2-878A-554942C3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051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1,340 → 563 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908F51-F649-40A9-9D9F-DC5FE047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480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777777"/>
                </a:solidFill>
                <a:latin typeface="Arial"/>
                <a:ea typeface="Arial"/>
                <a:cs typeface="Arial"/>
              </a:rPr>
              <a:t>TBT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390F1-3363-478F-BCD0-A2884F17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81350"/>
            <a:ext cx="23812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5A0CE-ED09-4EF1-8216-E77C168C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051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51 → 79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375E1A-9A84-458A-9EAB-E1E22F16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480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777777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7FF931-C463-428A-9964-525FC4B2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핵심: 모든 이미지에 lazy를 적용하지 않고 실제 LCP 후보와 화면 노출 순서를 기준으로 로딩 우선순위를 구분했습니다.</a:t>
            </a:r>
          </a:p>
        </p:txBody>
      </p:sp>
    </p:spTree>
    <p:extLst>
      <p:ext uri="{BB962C8B-B14F-4D97-AF65-F5344CB8AC3E}">
        <p14:creationId xmlns:p14="http://schemas.microsoft.com/office/powerpoint/2010/main" val="115003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37109-AE89-4934-809D-3F0B75C3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01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3CEDC-CEE8-4BFB-BF7A-6A2F24E1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02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FEDE0-DA18-4D8F-90E6-A05DA83B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03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A7FD6-E0D2-4A41-A351-C2CFD629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04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F34AA-48D0-4E8C-870C-8EB827D9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906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Troubleshooting 2. SDK 지연 로딩과 요청 캐싱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2DD54-8B79-450A-8FE0-EC7B8AA5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77777"/>
                </a:solidFill>
                <a:latin typeface="Arial"/>
                <a:ea typeface="Arial"/>
                <a:cs typeface="Arial"/>
              </a:rPr>
              <a:t>사용하지 않는 외부 리소스는 늦추고, 반복되는 데이터와 진행 중 요청은 공유했습니다.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B57F9-8F31-4BB0-9A6A-F8AC6417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7625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533E0-B83C-4639-B65C-78DD763F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외부 SDK 지연 로딩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072FB-CD0E-41C9-A585-2E923A29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4343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Chart.js는 차트 페이지 진입 시, Spotify SDK는 실제 재생 시점에 script를 동적으로 추가했습니다. 홈 초기 네트워크 요청에서 두 SDK를 제거했습니다.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51764-9255-4028-AF44-7C7AC68E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4762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3EDB3-A080-48E7-B874-B7B6DC72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Promise 공유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C2C4F-0944-4250-BC15-736A4B38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33900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같은 시점의 SDK 초기화, access token, 홈·차트·트랙 검색 요청은 진행 중 Promise를 공유해 script 삽입과 API 요청 중복을 방지했습니다.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A0FA1-A198-4C8C-BE18-55F9C3F2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76250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7D69E-80B0-4913-A3DF-411C928B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622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TTL cache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454BD-E8C7-4E4F-B71C-02F7E1D8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24150"/>
            <a:ext cx="4343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홈·차트·추천 5분, 날씨 좌표별 10분, 인증 사용자 30초 cache를 적용했습니다. token과 검색 결과도 메모리에서 재사용합니다.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198D7-E09E-498C-B6C9-50FDA988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4762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72F7A-34B3-4592-84F5-4F09E2FB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D6284-1B5E-4668-8C90-07192DC4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24400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페이지 재진입과 연속 재생에서 동일 요청을 줄이고, 외부 SDK 장애가 앱 초기 화면에 영향을 주는 범위를 축소했습니다.</a:t>
            </a:r>
          </a:p>
        </p:txBody>
      </p:sp>
    </p:spTree>
    <p:extLst>
      <p:ext uri="{BB962C8B-B14F-4D97-AF65-F5344CB8AC3E}">
        <p14:creationId xmlns:p14="http://schemas.microsoft.com/office/powerpoint/2010/main" val="4666576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A7181D-F772-41BC-ACE7-39E3D6A5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01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FF8BD-2158-47EE-AB1C-80B98A14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02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2301E-3F16-472E-A8B0-A4F8FB3D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03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14B7A-0CEF-440F-B743-72E46E10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04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AA094-06A8-4D41-8BE3-2BBACE50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906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Troubleshooting 3. 페이지 재진입 시 중복 작업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0711A-A893-44E6-AE55-7E053C4F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77777"/>
                </a:solidFill>
                <a:latin typeface="Arial"/>
                <a:ea typeface="Arial"/>
                <a:cs typeface="Arial"/>
              </a:rPr>
              <a:t>이벤트, observer, fetch, Chart instance를 페이지 생명주기 안에서 정리했습니다.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07F3C-DD3D-4EC2-9AC2-B7C4FE2D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7625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E537C-13B1-404B-AC0B-22B85FDF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15BD7-99C3-4EF1-8B16-71686D27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이벤트 리스너 누적</a:t>
            </a:r>
          </a:p>
          <a:p xmlns:a="http://schemas.openxmlformats.org/drawingml/2006/main">
            <a:pPr>
              <a:buNone/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Observer 중복 연결</a:t>
            </a:r>
          </a:p>
          <a:p xmlns:a="http://schemas.openxmlformats.org/drawingml/2006/main">
            <a:pPr>
              <a:buNone/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이전 fetch 응답 렌더링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853A7-4BC2-4A0A-8370-39AF6E03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777777"/>
                </a:solidFill>
                <a:latin typeface="Arial"/>
                <a:ea typeface="Arial"/>
                <a:cs typeface="Arial"/>
              </a:rPr>
              <a:t>페이지를 다시 방문할수록 중복 실행과 오래된 UI 갱신 가능성 증가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39761-53E0-4028-80E8-76B273B6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7625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75250-1E76-4E4E-9B4A-9627E881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76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A6322-F0E1-481B-9099-A417C754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7180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removeEventListener</a:t>
            </a:r>
          </a:p>
          <a:p xmlns:a="http://schemas.openxmlformats.org/drawingml/2006/main">
            <a:pPr>
              <a:buNone/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AbortController + runId</a:t>
            </a:r>
          </a:p>
          <a:p xmlns:a="http://schemas.openxmlformats.org/drawingml/2006/main">
            <a:pPr>
              <a:buNone/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observer.disconnect() / Chart.destroy()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33236-3FA6-4F2E-BDD5-FEC2B56E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434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777777"/>
                </a:solidFill>
                <a:latin typeface="Arial"/>
                <a:ea typeface="Arial"/>
                <a:cs typeface="Arial"/>
              </a:rPr>
              <a:t>라우트 전환 전에 cleanup을 실행해 현재 화면의 작업만 유지</a:t>
            </a:r>
          </a:p>
        </p:txBody>
      </p:sp>
    </p:spTree>
    <p:extLst>
      <p:ext uri="{BB962C8B-B14F-4D97-AF65-F5344CB8AC3E}">
        <p14:creationId xmlns:p14="http://schemas.microsoft.com/office/powerpoint/2010/main" val="7128466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A7181D-F772-41BC-ACE7-39E3D6A5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01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FF8BD-2158-47EE-AB1C-80B98A14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02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2301E-3F16-472E-A8B0-A4F8FB3D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03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14B7A-0CEF-440F-B743-72E46E10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04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AA094-06A8-4D41-8BE3-2BBACE50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906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Troubleshooting 4. 곡 전환 상태 동기화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0711A-A893-44E6-AE55-7E053C4F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77777"/>
                </a:solidFill>
                <a:latin typeface="Arial"/>
                <a:ea typeface="Arial"/>
                <a:cs typeface="Arial"/>
              </a:rPr>
              <a:t>새 곡을 선택했을 때 이전 곡의 재생 위치가 잠시 노출되는 간헐적 오류를 해결했습니다.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07F3C-DD3D-4EC2-9AC2-B7C4FE2D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7625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E537C-13B1-404B-AC0B-22B85FDF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15BD7-99C3-4EF1-8B16-71686D27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곡 정보: 새 곡</a:t>
            </a:r>
          </a:p>
          <a:p xmlns:a="http://schemas.openxmlformats.org/drawingml/2006/main">
            <a:pPr>
              <a:buNone/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재생 위치: 이전 곡 1:02</a:t>
            </a:r>
          </a:p>
          <a:p xmlns:a="http://schemas.openxmlformats.org/drawingml/2006/main">
            <a:pPr>
              <a:buNone/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진행바: 이전 값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853A7-4BC2-4A0A-8370-39AF6E03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777777"/>
                </a:solidFill>
                <a:latin typeface="Arial"/>
                <a:ea typeface="Arial"/>
                <a:cs typeface="Arial"/>
              </a:rPr>
              <a:t>곡 정보와 Spotify player state의 갱신 시점이 달라 UI 상태가 불일치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39761-53E0-4028-80E8-76B273B6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7625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75250-1E76-4E4E-9B4A-9627E881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76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A6322-F0E1-481B-9099-A417C754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7180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재생 요청 직전 reset</a:t>
            </a:r>
          </a:p>
          <a:p xmlns:a="http://schemas.openxmlformats.org/drawingml/2006/main">
            <a:pPr>
              <a:buNone/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시간 0:00 / 진행바 0%</a:t>
            </a:r>
          </a:p>
          <a:p xmlns:a="http://schemas.openxmlformats.org/drawingml/2006/main">
            <a:pPr>
              <a:buNone/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SDK state 도착 후 실제 값 동기화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33236-3FA6-4F2E-BDD5-FEC2B56E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434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777777"/>
                </a:solidFill>
                <a:latin typeface="Arial"/>
                <a:ea typeface="Arial"/>
                <a:cs typeface="Arial"/>
              </a:rPr>
              <a:t>새 곡 화면에 이전 곡 시간이 노출되지 않고 실제 player state로 자연스럽게 전환</a:t>
            </a:r>
          </a:p>
        </p:txBody>
      </p:sp>
    </p:spTree>
    <p:extLst>
      <p:ext uri="{BB962C8B-B14F-4D97-AF65-F5344CB8AC3E}">
        <p14:creationId xmlns:p14="http://schemas.microsoft.com/office/powerpoint/2010/main" val="7128466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37109-AE89-4934-809D-3F0B75C3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01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3CEDC-CEE8-4BFB-BF7A-6A2F24E1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02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FEDE0-DA18-4D8F-90E6-A05DA83B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03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A7FD6-E0D2-4A41-A351-C2CFD629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04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F34AA-48D0-4E8C-870C-8EB827D9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906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Troubleshooting 5. 취향 추천 장르 불일치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2DD54-8B79-450A-8FE0-EC7B8AA5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77777"/>
                </a:solidFill>
                <a:latin typeface="Arial"/>
                <a:ea typeface="Arial"/>
                <a:cs typeface="Arial"/>
              </a:rPr>
              <a:t>대표 장르가 K-pop일 때만 K-pop 인기곡 경로를 사용하도록 추천 규칙을 명확히 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B57F9-8F31-4BB0-9A6A-F8AC6417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7625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533E0-B83C-4639-B65C-78DD763F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문제 원인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072FB-CD0E-41C9-A585-2E923A29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4343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대표 장르가 Indie여도 AI 검색 키워드에 K-pop이 섞여 K-pop 인기곡이 추천될 수 있었습니다. AI 응답을 그대로 검색에 사용한 것이 원인이었습니다.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51764-9255-4028-AF44-7C7AC68E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4762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3EDB3-A080-48E7-B874-B7B6DC72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장르 분기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C2C4F-0944-4250-BC15-736A4B38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33900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dominantGenre가 K-pop일 때만 K-pop 전용 검색어를 사용하고, 다른 장르에서는 K-pop 키워드를 제거해 해당 장르 기본 검색어를 추가했습니다.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A0FA1-A198-4C8C-BE18-55F9C3F2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76250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7D69E-80B0-4913-A3DF-411C928B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622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추천 품질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454BD-E8C7-4E4F-B71C-02F7E1D8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24150"/>
            <a:ext cx="4343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특정 아티스트는 최대 3곡으로 제한하고, AI 실패 시 최근 재생 곡을 규칙 기반으로 분석합니다. 추천 결과는 5분 cache하고 최대 100곡을 분할합니다.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198D7-E09E-498C-B6C9-50FDA988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4762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72F7A-34B3-4592-84F5-4F09E2FB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검증 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D6284-1B5E-4668-8C90-07192DC4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24400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Indie가 대표 장르일 때 K-pop 검색어와 K-pop 전용 검색 경로를 사용하지 않는 동작을 RecommendationServiceTest로 검증했습니다.</a:t>
            </a:r>
          </a:p>
        </p:txBody>
      </p:sp>
    </p:spTree>
    <p:extLst>
      <p:ext uri="{BB962C8B-B14F-4D97-AF65-F5344CB8AC3E}">
        <p14:creationId xmlns:p14="http://schemas.microsoft.com/office/powerpoint/2010/main" val="4666576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3BD98A-31BE-4EDE-AA02-DF236AC1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01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494A0-0AB7-44BD-82ED-51F6A796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02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BE720-7579-40A3-B06E-2F35F3FB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03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F5B3C-FA22-4208-B213-AEEEF368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04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0FCFF-1AB0-4ACE-9C30-0C595F54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906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성능 및 품질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A40EE-CA3B-4CF5-A1B4-B2E46F87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77777"/>
                </a:solidFill>
                <a:latin typeface="Arial"/>
                <a:ea typeface="Arial"/>
                <a:cs typeface="Arial"/>
              </a:rPr>
              <a:t>Vercel 프론트와 Railway 백엔드가 연결된 실제 배포 주소에서 Lighthouse를 3회 측정했습니다.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9CBA0-9E91-4A8C-B2CA-E8912FAE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190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5879F-8887-465F-AAEE-F53DA91B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79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06D27-B1FE-4999-8C71-F767C66C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1885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777777"/>
                </a:solidFill>
                <a:latin typeface="Arial"/>
                <a:ea typeface="Arial"/>
                <a:cs typeface="Arial"/>
              </a:rPr>
              <a:t>Performance 중앙값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56D2A-82F7-436A-83AF-A139B778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43125"/>
            <a:ext cx="2190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78715-E638-46ED-B988-1879E99E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3.7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62A68-B91A-41EB-9AF9-0C0AF6EF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09850"/>
            <a:ext cx="1885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777777"/>
                </a:solidFill>
                <a:latin typeface="Arial"/>
                <a:ea typeface="Arial"/>
                <a:cs typeface="Arial"/>
              </a:rPr>
              <a:t>LCP 중앙값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6F7C2-B215-46AE-A4E4-B8A1C01E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43125"/>
            <a:ext cx="2190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BEBE9B-38AE-4587-8565-8FD25DE0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669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563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11724-588B-4090-B0F7-7ADBCC83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1885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777777"/>
                </a:solidFill>
                <a:latin typeface="Arial"/>
                <a:ea typeface="Arial"/>
                <a:cs typeface="Arial"/>
              </a:rPr>
              <a:t>TBT 중앙값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98FF3F-D7A5-4B7B-A7F9-F0878C20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43125"/>
            <a:ext cx="2190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FA09B-1266-4F5E-BB2D-9532B6D1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17487-D0F2-49F1-8912-E3047E3D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1885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777777"/>
                </a:solidFill>
                <a:latin typeface="Arial"/>
                <a:ea typeface="Arial"/>
                <a:cs typeface="Arial"/>
              </a:rPr>
              <a:t>Accessibility / Best Practices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CE0E2-B89A-4753-95FE-8220E084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측정 결과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33F1E-AD06-490C-BA64-808F760D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Performance: 72 / 79 / 83, 중앙값 79</a:t>
            </a:r>
          </a:p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FCP 1.2초 · LCP 3.7초 · Speed Index 1.7초</a:t>
            </a:r>
          </a:p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TBT 563ms · CLS 0.003 · TTI 3.7초</a:t>
            </a:r>
          </a:p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/api/home, /api/user HTTP 200 · 콘솔 오류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F4176-3E5E-48DC-A835-A53046B6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빌드와 테스트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BE04A6-DF88-46E8-968A-5EC2B65D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67325"/>
            <a:ext cx="914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Vite production build 성공</a:t>
            </a:r>
          </a:p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JS 102.64 kB / gzip 27.14 kB</a:t>
            </a:r>
          </a:p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CSS 54.79 kB / gzip 10.06 kB</a:t>
            </a:r>
          </a:p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RecommendationServiceTest 1개 통과 · 실패 0 · 오류 0</a:t>
            </a:r>
          </a:p>
        </p:txBody>
      </p:sp>
    </p:spTree>
    <p:extLst>
      <p:ext uri="{BB962C8B-B14F-4D97-AF65-F5344CB8AC3E}">
        <p14:creationId xmlns:p14="http://schemas.microsoft.com/office/powerpoint/2010/main" val="9973901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A7E3D-049D-4AD8-9CAE-D2F2DFCA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01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44AB0-E4F8-456C-9EDB-21BA52F6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02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22642-C8DA-434D-8B36-87D6EF6F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03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E3796-1772-4BE2-9CB0-45D8557A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04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92757-6F6D-4D5D-8AA1-DBB34636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906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Retrospective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371EF-D827-4171-B095-49D33085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77777"/>
                </a:solidFill>
                <a:latin typeface="Arial"/>
                <a:ea typeface="Arial"/>
                <a:cs typeface="Arial"/>
              </a:rPr>
              <a:t>비동기 작업의 시작과 종료 조건을 명확히 관리하는 방법을 배웠습니다.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612B3-1AB3-4C58-AB96-AC3FE3DB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배운 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73928-D836-4EB2-B3FA-9C7AE2D2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Spotify player state, API 응답, 페이지 이동, 진행 타이머는 서로 다른 시점에 동작합니다. cleanup, AbortController, runId, Promise 공유, TTL cache를 적용하며 화면 상태와 비동기 생명주기를 함께 설계했습니다.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8F33E-AD81-4C2B-AEA3-6E24969B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개선점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79E28-5BB3-4850-A962-4AF931C0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533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footer.js가 인증, SDK, player state, UI, 이벤트를 함께 담당해 2,000줄 이상으로 커졌습니다. Player API, 상태 저장소, UI renderer로 분리하고 TypeScript와 E2E 테스트를 적용하고 싶습니다.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763E0-93DD-4CEE-82BD-B97D836A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28875"/>
            <a:ext cx="371475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767C9-676F-4B4D-945F-F7E7AEBD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9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면접 요약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70CA6-1632-4713-8E77-8674FCB0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14700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실제 음악 데이터를 연결하고,</a:t>
            </a:r>
          </a:p>
          <a:p xmlns:a="http://schemas.openxmlformats.org/drawingml/2006/main">
            <a:pPr>
              <a:buNone/>
              <a:defRPr sz="16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비동기 생명주기를 정리하고,</a:t>
            </a:r>
          </a:p>
          <a:p xmlns:a="http://schemas.openxmlformats.org/drawingml/2006/main">
            <a:pPr>
              <a:buNone/>
              <a:defRPr sz="16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측정 결과를 근거로 개선한</a:t>
            </a:r>
          </a:p>
          <a:p xmlns:a="http://schemas.openxmlformats.org/drawingml/2006/main">
            <a:pPr>
              <a:buNone/>
              <a:defRPr sz="16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Frontend / Backend 프로젝트입니다.</a:t>
            </a:r>
          </a:p>
        </p:txBody>
      </p:sp>
    </p:spTree>
    <p:extLst>
      <p:ext uri="{BB962C8B-B14F-4D97-AF65-F5344CB8AC3E}">
        <p14:creationId xmlns:p14="http://schemas.microsoft.com/office/powerpoint/2010/main" val="7252917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7C962-6B6D-4D24-BD3C-48A25DFE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01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8D19C-5256-449A-9112-B56F980A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02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68DD1-AB76-4940-9F1F-5EAD23DD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03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135AB-ACDE-4E30-A3F7-64271458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04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3100C-F460-49BA-A883-181461ED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MoodWave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FAA57-CB5F-41F9-8A65-40EEF422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7"/>
                </a:solidFill>
                <a:latin typeface="Arial"/>
                <a:ea typeface="Arial"/>
                <a:cs typeface="Arial"/>
              </a:rPr>
              <a:t>AI 기반 개인화 음악 추천 및 스트리밍 플랫폼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CBB17-4ABB-48DE-928C-6555E5D4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6362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6E6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79DA3-323A-4F4B-8625-386AE623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저는 이 프로젝트를 통해 실제 음악 데이터를 사용자 맥락과 연결하고, 비동기 작업의 생명주기를 정리하며, 측정 결과를 근거로 성능과 추천 품질을 개선했습니다.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81022-B945-4D99-8581-36EB265C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5E375-5470-426E-8123-24E48415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777777"/>
                </a:solidFill>
                <a:latin typeface="Arial"/>
                <a:ea typeface="Arial"/>
                <a:cs typeface="Arial"/>
              </a:rPr>
              <a:t>박해준 | Frontend / Backend Developer</a:t>
            </a:r>
          </a:p>
        </p:txBody>
      </p:sp>
    </p:spTree>
    <p:extLst>
      <p:ext uri="{BB962C8B-B14F-4D97-AF65-F5344CB8AC3E}">
        <p14:creationId xmlns:p14="http://schemas.microsoft.com/office/powerpoint/2010/main" val="1913400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2026-06-29T02:01:48.2640000Z</dcterms:created>
  <dcterms:modified xsi:type="dcterms:W3CDTF">2026-06-29T02:01:48.2640000Z</dcterms:modified>
</coreProperties>
</file>